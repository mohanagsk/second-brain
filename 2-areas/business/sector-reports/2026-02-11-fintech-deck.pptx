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💰 FinTech &amp; Payments Infrastructure</a:t>
            </a:r>
          </a:p>
          <a:p>
            <a:pPr algn="ctr">
              <a:defRPr sz="2800">
                <a:solidFill>
                  <a:srgbClr val="10B981"/>
                </a:solidFill>
              </a:defRPr>
            </a:pPr>
            <a:r>
              <a:t>Business Idea Analyzer v2 | Feb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📊 Market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UPI Transactions (2025): 228 billion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UPI Value (2025): ₹300 trillion (~$3.6T)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India Digital Payments (2025): $6.83B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Projected (2034): $33.5B (16.1% CAGR)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Embedded Payments Global: $3.5T transaction volume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Fintech Unicorns in India: 22+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🔬 Infrastructure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Layer 1: Identity (Aadhaar, eKYC, Video KYC)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Layer 2: Core Banking (TCS, Infosys — 15-20yr old systems)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Layer 3: Payment Rails (UPI, IMPS, NEFT, RuPay, BBPS)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Layer 4: Applications (PhonePe, Razorpay, Cashfree)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AI Revolution: 60% lenders using ML for underwriting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Our Angle: Build the 'boring' infrastructure everyone needs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📰 Key Trends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🔥 Credit Line on UPI (CLOU) — BNPL via UPI, banks scrambling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🔥 Cross-Border Goes Live — Freelancer economy opportunity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🔥 Authentication Overhaul — Beyond OTP, biometrics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🔥 SRO Framework — Industry co-regulation with RBI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Signal: Compliance is non-negotiable post-Paytm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🗺️ Stakeholder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Regulators: RBI, NPCI, SEBI, IRDAI, MEITY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Banks: SBI, HDFC (legacy pain) + SFBs (no tech talent)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Fintechs: PhonePe, Razorpay, Cashfree (licensed)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Enablers: AWS, TCS, Infosys, cloud providers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Merchants: 63M+ SMBs, kiranas to enterprise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Hidden: CAs (influence decisions), NPCI (makes rules)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🎤 People to Talk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1. SMB CFO — 'How many hrs/week on reconciliation?'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2. NBFC Compliance Officer — 'What keeps you up at night?'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3. Ex-Razorpay PM — 'What would you do differently?'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4. Kirana Owner (Tier 2) — 'Why still prefer cash?'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5. Bank Tech Head — 'Why is integration so slow?'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6. RBI Consultant — 'What's coming in 2026-27?'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🏛️ GSRO (Govt &amp; Research)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Key RBI Regulations: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  - PA/PG Guidelines, SRO Framework (2024)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  - Authentication Directions (2025)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  - Account Aggregator, DPDP Act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Govt Initiatives: Digital India, PIDF, UPI International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Data Sources: rbi.org.in, npci.org.in, pib.gov.in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🚀 Winners vs 💀 Graveyard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WINNERS: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  PhonePe (400M+ users), Razorpay ($7.5B), Zerodha (profitable Day 1)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GRAVEYARD: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  Paytm Bank (RBI restrictions) — Compliance &gt; Growth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  BharatPe (governance) — Co-founder conflicts kill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  BNPL Players (defaults) — Easy credit = easy defaults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🎯 Top 3 Picks for Divy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#1: Reconciliation SaaS for SMBs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  Universal pain, clear WTP, existing tools suck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#2: Compliance Copilot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  Post-Paytm everyone scared of RBI. Reg tracker + alerts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#3: WhatsApp Collections Bot</a:t>
            </a:r>
          </a:p>
          <a:p>
            <a:pPr>
              <a:spcAft>
                <a:spcPts val="1200"/>
              </a:spcAft>
              <a:defRPr sz="2400">
                <a:solidFill>
                  <a:srgbClr val="CBD5E1"/>
                </a:solidFill>
              </a:defRPr>
            </a:pPr>
            <a:r>
              <a:t>•   NBFCs bleeding on collections. Pay-for-success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