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Real Estate &amp; PropTech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8C8C8"/>
                </a:solidFill>
              </a:defRPr>
            </a:pPr>
            <a:r>
              <a:t>Business Idea Analyzer v2 | Feb 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💰 Market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840480" cy="118872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3A5F"/>
                </a:solidFill>
              </a:defRPr>
            </a:pPr>
            <a:r>
              <a:t>$570-584B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Market Size (2024)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371600"/>
            <a:ext cx="3840480" cy="118872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55448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3A5F"/>
                </a:solidFill>
              </a:defRPr>
            </a:pPr>
            <a:r>
              <a:t>$1 Trillion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0116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Projected (2030)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43200"/>
            <a:ext cx="3840480" cy="118872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92608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3A5F"/>
                </a:solidFill>
              </a:defRPr>
            </a:pPr>
            <a:r>
              <a:t>$550M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3832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PropTech Funding (2025)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2743200"/>
            <a:ext cx="3840480" cy="118872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92608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3A5F"/>
                </a:solidFill>
              </a:defRPr>
            </a:pPr>
            <a:r>
              <a:t>7.3% - 16.6%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33832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CAGR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114800"/>
            <a:ext cx="3840480" cy="118872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3A5F"/>
                </a:solidFill>
              </a:defRPr>
            </a:pPr>
            <a:r>
              <a:t>₹1,410 Cr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7548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Square Yards Revenue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0" y="4114800"/>
            <a:ext cx="3840480" cy="118872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0" y="429768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A3A5F"/>
                </a:solidFill>
              </a:defRPr>
            </a:pPr>
            <a:r>
              <a:t>20M+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4754880"/>
            <a:ext cx="3474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46464"/>
                </a:solidFill>
              </a:defRPr>
            </a:pPr>
            <a:r>
              <a:t>NoBroker Users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📖 The 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$570B industry still runs on WhatsApp forwards and paper documents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Buying an apartment: 3 weeks to find + verify ownership + RERA + loan + registration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Each step = different office, different process, different bribes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The gap isn't software — it's TRUST INFRASTRUCTURE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Whoever builds 'Razorpay of real estate' wins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🏆 Winners vs 💀 Graveyard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E8B57"/>
                </a:solidFill>
              </a:defRPr>
            </a:pPr>
            <a:r>
              <a:t>🚀 WINNERS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3736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NoBroker: 20M users, became a verb in Bangalore</a:t>
            </a:r>
          </a:p>
          <a:p>
            <a:pPr>
              <a:spcAft>
                <a:spcPts val="800"/>
              </a:spcAft>
              <a:defRPr sz="1600"/>
            </a:pPr>
            <a:r>
              <a:t>• Square Yards: ₹1,410Cr revenue, full-stack, IPO planned</a:t>
            </a:r>
          </a:p>
          <a:p>
            <a:pPr>
              <a:spcAft>
                <a:spcPts val="800"/>
              </a:spcAft>
              <a:defRPr sz="1600"/>
            </a:pPr>
            <a:r>
              <a:t>• Livspace: Captured post-purchase (interiors)</a:t>
            </a:r>
          </a:p>
          <a:p>
            <a:pPr>
              <a:spcAft>
                <a:spcPts val="800"/>
              </a:spcAft>
              <a:defRPr sz="1600"/>
            </a:pPr>
            <a:r>
              <a:t>• PropertyShare: Leading SEBI-regulated fractional</a:t>
            </a:r>
          </a:p>
          <a:p>
            <a:pPr>
              <a:spcAft>
                <a:spcPts val="800"/>
              </a:spcAft>
              <a:defRPr sz="1600"/>
            </a:pPr>
            <a:r>
              <a:t>• Pattern: Own one wedge deeply → expand to adjacent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8016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B22222"/>
                </a:solidFill>
              </a:defRPr>
            </a:pPr>
            <a:r>
              <a:t>💀 GRAVEYARD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384048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600"/>
            </a:pPr>
            <a:r>
              <a:t>• Grabhouse: Couldn't sustain no-brokerage, burned cash</a:t>
            </a:r>
          </a:p>
          <a:p>
            <a:pPr>
              <a:spcAft>
                <a:spcPts val="800"/>
              </a:spcAft>
              <a:defRPr sz="1600"/>
            </a:pPr>
            <a:r>
              <a:t>• Commonfloor: Lost listings race to 99acres/Magicbricks</a:t>
            </a:r>
          </a:p>
          <a:p>
            <a:pPr>
              <a:spcAft>
                <a:spcPts val="800"/>
              </a:spcAft>
              <a:defRPr sz="1600"/>
            </a:pPr>
            <a:r>
              <a:t>• 2023 shutdowns: Over-raised in 2021, no path to profit</a:t>
            </a:r>
          </a:p>
          <a:p>
            <a:pPr>
              <a:spcAft>
                <a:spcPts val="800"/>
              </a:spcAft>
              <a:defRPr sz="1600"/>
            </a:pPr>
            <a:r>
              <a:t>• Lesson: No-brokerage fails unless you replace broker VALUE</a:t>
            </a:r>
          </a:p>
          <a:p>
            <a:pPr>
              <a:spcAft>
                <a:spcPts val="800"/>
              </a:spcAft>
              <a:defRPr sz="1600"/>
            </a:pPr>
            <a:r>
              <a:t>• Lesson: Listings marketplaces are winner-take-all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🔬 Deep Dive: Title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80% of property court disputes = title/ownership issues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Land records scattered: 28 states, 28 different systems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Sub-registrar + Revenue dept + RERA + Municipal = no single source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DILRMP (Digital India Land Records) completes March 2026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Banks pay ₹500-2000 per manual verification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Automate 50% = ₹1,000 Cr+ addressable market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Title Insurance barely exists in India (huge in US)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🗺️ Stakeholder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REGULATORS: RERA, State Revenue, SEBI (for REITs)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DEVELOPERS: Builders, real estate companies (slow sales pain)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PLATFORMS: NoBroker, 99acres, Square Yards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BUYERS/TENANTS: Individuals and corporates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ENABLERS: Banks, Lawyers, Brokers, Architects, Interior designers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HIDDEN: NRIs (20% investment), Agricultural land, Industrial/warehouse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KEY INSIGHT: Build for enablers (banks, lawyers) — they pay better than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🎤 10 People to Interview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First-time home buyer (0-6 months) — fresh pain memory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Broker with 10+ years — knows every workaround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Bank home loan manager — sees fraud patterns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RERA official/consultant — regulatory inside view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Failed PropTech founder — what went wrong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Housing society secretary — collective decision pain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Property lawyer (senior) — title dispute patterns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NRI property investor — remote management pain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Mid-size developer — sales and compliance pain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Fractional platform user — new investor behavior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🏛️ GSRO: Policy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RERA (2016): Regulates developers, protects buyers — mandatory compliance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DILRMP: All land records digital by March 2026 — KEY UNLOCK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SM REIT (2024): Legitimizes fractional ownership platforms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ULPIN: Unique Land Parcel ID (Aadhaar for land) — coming soon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Data sources: RERA portals, IGRS, Knight Frank, JLL, CBRE reports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March 2026 = potential 'Jio moment' for PropTech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A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🎯 Top 3 Solo Founder Opportunities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1. TITLE VERIFICATION API (B2B)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 → Banks pay ₹500-2000/verification, start with Karnataka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 → First customer: NBFC doing home loans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2. NRI PROPERTY MANAGEMENT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 → 20% of investment, zero good solutions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 → Wedge: Dubai/US NRI WhatsApp groups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3. RERA COMPLIANCE SaaS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 → ₹50K-2L/project, developers hate manual compliance</a:t>
            </a:r>
          </a:p>
          <a:p>
            <a:pPr>
              <a:spcAft>
                <a:spcPts val="1200"/>
              </a:spcAft>
              <a:defRPr sz="2000">
                <a:solidFill>
                  <a:srgbClr val="323232"/>
                </a:solidFill>
              </a:defRPr>
            </a:pPr>
            <a:r>
              <a:t>•    → Start with one mid-size builder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