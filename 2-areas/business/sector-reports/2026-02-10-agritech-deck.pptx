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Agriculture &amp; AgriTech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Business Idea Analyzer v2 | Feb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Market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India Agriculture Market: $452B (2025) - $563B (2030)</a:t>
            </a:r>
          </a:p>
          <a:p>
            <a:pPr>
              <a:spcAft>
                <a:spcPts val="1200"/>
              </a:spcAft>
              <a:defRPr sz="2200"/>
            </a:pPr>
            <a:r>
              <a:t>AgriTech Market: $878M (2024) - $6.15B (2033) - 10.93% CAGR</a:t>
            </a:r>
          </a:p>
          <a:p>
            <a:pPr>
              <a:spcAft>
                <a:spcPts val="1200"/>
              </a:spcAft>
              <a:defRPr sz="2200"/>
            </a:pPr>
            <a:r>
              <a:t>Agri-Fintech Opportunity: $4B - $34B (2022-2027)</a:t>
            </a:r>
          </a:p>
          <a:p>
            <a:pPr>
              <a:spcAft>
                <a:spcPts val="1200"/>
              </a:spcAft>
              <a:defRPr sz="2200"/>
            </a:pPr>
            <a:r>
              <a:t>Funding 2025: $182-202M - DOWN 53% from 2024</a:t>
            </a:r>
          </a:p>
          <a:p>
            <a:pPr>
              <a:spcAft>
                <a:spcPts val="1200"/>
              </a:spcAft>
              <a:defRPr sz="2200"/>
            </a:pPr>
            <a:r>
              <a:t>Only 3-5% of farmers use any AgriTech solution</a:t>
            </a:r>
          </a:p>
          <a:p>
            <a:pPr>
              <a:spcAft>
                <a:spcPts val="1200"/>
              </a:spcAft>
              <a:defRPr sz="2200"/>
            </a:pPr>
            <a:r>
              <a:t>86% are small/marginal farmers (&lt;2 hectares)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600M people depend on farming in India (46% workforce)</a:t>
            </a:r>
          </a:p>
          <a:p>
            <a:pPr>
              <a:spcAft>
                <a:spcPts val="1200"/>
              </a:spcAft>
              <a:defRPr sz="2200"/>
            </a:pPr>
            <a:r>
              <a:t>30-40% of produce lost post-harvest to waste</a:t>
            </a:r>
          </a:p>
          <a:p>
            <a:pPr>
              <a:spcAft>
                <a:spcPts val="1200"/>
              </a:spcAft>
              <a:defRPr sz="2200"/>
            </a:pPr>
            <a:r>
              <a:t>Farmers skeptical, rural distribution brutal</a:t>
            </a:r>
          </a:p>
          <a:p>
            <a:pPr>
              <a:spcAft>
                <a:spcPts val="1200"/>
              </a:spcAft>
              <a:defRPr sz="2200"/>
            </a:pPr>
            <a:r>
              <a:t>Unit economics take YEARS to prove, not quarters</a:t>
            </a:r>
          </a:p>
          <a:p>
            <a:pPr>
              <a:spcAft>
                <a:spcPts val="1200"/>
              </a:spcAft>
              <a:defRPr sz="2200"/>
            </a:pPr>
            <a:r>
              <a:t>Winners figured out: boots on ground, trust in village</a:t>
            </a:r>
          </a:p>
          <a:p>
            <a:pPr>
              <a:spcAft>
                <a:spcPts val="1200"/>
              </a:spcAft>
              <a:defRPr sz="2200"/>
            </a:pPr>
            <a:r>
              <a:t>You cannot just build an app - need micro-entrepreneur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Deep Dive: Last Mile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Average village: 500-2000 people, mandi 15-30 km away</a:t>
            </a:r>
          </a:p>
          <a:p>
            <a:pPr>
              <a:spcAft>
                <a:spcPts val="1200"/>
              </a:spcAft>
              <a:defRPr sz="2200"/>
            </a:pPr>
            <a:r>
              <a:t>Smartphone with data: only 30% actually use it</a:t>
            </a:r>
          </a:p>
          <a:p>
            <a:pPr>
              <a:spcAft>
                <a:spcPts val="1200"/>
              </a:spcAft>
              <a:defRPr sz="2200"/>
            </a:pPr>
            <a:r>
              <a:t>Farmer income: Rs10K/month - cannot afford subscription SaaS</a:t>
            </a:r>
          </a:p>
          <a:p>
            <a:pPr>
              <a:spcAft>
                <a:spcPts val="1200"/>
              </a:spcAft>
              <a:defRPr sz="2200"/>
            </a:pPr>
            <a:r>
              <a:t>What Works: Local shopkeeper becomes agent (DeHaat model)</a:t>
            </a:r>
          </a:p>
          <a:p>
            <a:pPr>
              <a:spcAft>
                <a:spcPts val="1200"/>
              </a:spcAft>
              <a:defRPr sz="2200"/>
            </a:pPr>
            <a:r>
              <a:t>Agent earns commission, farmer trusts local person not app</a:t>
            </a:r>
          </a:p>
          <a:p>
            <a:pPr>
              <a:spcAft>
                <a:spcPts val="1200"/>
              </a:spcAft>
              <a:defRPr sz="2200"/>
            </a:pPr>
            <a:r>
              <a:t>Insight: Win the village shopkeeper = win the village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Stakeholder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FARMER - end user, trust matters most</a:t>
            </a:r>
          </a:p>
          <a:p>
            <a:pPr>
              <a:spcAft>
                <a:spcPts val="1200"/>
              </a:spcAft>
              <a:defRPr sz="2200"/>
            </a:pPr>
            <a:r>
              <a:t>FPO (Farmer Producer Org) - aggregator, brings 500-5000 farmers</a:t>
            </a:r>
          </a:p>
          <a:p>
            <a:pPr>
              <a:spcAft>
                <a:spcPts val="1200"/>
              </a:spcAft>
              <a:defRPr sz="2200"/>
            </a:pPr>
            <a:r>
              <a:t>Village Dealer - existing trust, distribution channel</a:t>
            </a:r>
          </a:p>
          <a:p>
            <a:pPr>
              <a:spcAft>
                <a:spcPts val="1200"/>
              </a:spcAft>
              <a:defRPr sz="2200"/>
            </a:pPr>
            <a:r>
              <a:t>Mandi Agent (Arthiya) - controls price discovery, credit</a:t>
            </a:r>
          </a:p>
          <a:p>
            <a:pPr>
              <a:spcAft>
                <a:spcPts val="1200"/>
              </a:spcAft>
              <a:defRPr sz="2200"/>
            </a:pPr>
            <a:r>
              <a:t>Input Companies - pay for distribution (your customer)</a:t>
            </a:r>
          </a:p>
          <a:p>
            <a:pPr>
              <a:spcAft>
                <a:spcPts val="1200"/>
              </a:spcAft>
              <a:defRPr sz="2200"/>
            </a:pPr>
            <a:r>
              <a:t>Banks/NBFCs - need agri data for lending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People to Talk To (Validation)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1. Small farmer (&lt;2 acres) - real pain points</a:t>
            </a:r>
          </a:p>
          <a:p>
            <a:pPr>
              <a:spcAft>
                <a:spcPts val="1200"/>
              </a:spcAft>
              <a:defRPr sz="2200"/>
            </a:pPr>
            <a:r>
              <a:t>2. FPO Manager - aggregation potential</a:t>
            </a:r>
          </a:p>
          <a:p>
            <a:pPr>
              <a:spcAft>
                <a:spcPts val="1200"/>
              </a:spcAft>
              <a:defRPr sz="2200"/>
            </a:pPr>
            <a:r>
              <a:t>3. Village input dealer - distribution channel</a:t>
            </a:r>
          </a:p>
          <a:p>
            <a:pPr>
              <a:spcAft>
                <a:spcPts val="1200"/>
              </a:spcAft>
              <a:defRPr sz="2200"/>
            </a:pPr>
            <a:r>
              <a:t>4. Mandi agent - price discovery, credit flow</a:t>
            </a:r>
          </a:p>
          <a:p>
            <a:pPr>
              <a:spcAft>
                <a:spcPts val="1200"/>
              </a:spcAft>
              <a:defRPr sz="2200"/>
            </a:pPr>
            <a:r>
              <a:t>5. NBFC rural lending head - credit data needs</a:t>
            </a:r>
          </a:p>
          <a:p>
            <a:pPr>
              <a:spcAft>
                <a:spcPts val="1200"/>
              </a:spcAft>
              <a:defRPr sz="2200"/>
            </a:pPr>
            <a:r>
              <a:t>6. Failed agritech founder - what went wrong</a:t>
            </a:r>
          </a:p>
          <a:p>
            <a:pPr>
              <a:spcAft>
                <a:spcPts val="1200"/>
              </a:spcAft>
              <a:defRPr sz="2200"/>
            </a:pPr>
            <a:r>
              <a:t>7. Dairy cooperative manager - existing trust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Government &amp; Research (GSRO)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PM-KISAN: Rs6000/year to 8.5+ crore farmers</a:t>
            </a:r>
          </a:p>
          <a:p>
            <a:pPr>
              <a:spcAft>
                <a:spcPts val="1200"/>
              </a:spcAft>
              <a:defRPr sz="2200"/>
            </a:pPr>
            <a:r>
              <a:t>Digital Agriculture Mission: 11 crore farmer digital IDs</a:t>
            </a:r>
          </a:p>
          <a:p>
            <a:pPr>
              <a:spcAft>
                <a:spcPts val="1200"/>
              </a:spcAft>
              <a:defRPr sz="2200"/>
            </a:pPr>
            <a:r>
              <a:t>RKVY-RAFTAAR: Agritech incubator grants (24+ incubators)</a:t>
            </a:r>
          </a:p>
          <a:p>
            <a:pPr>
              <a:spcAft>
                <a:spcPts val="1200"/>
              </a:spcAft>
              <a:defRPr sz="2200"/>
            </a:pPr>
            <a:r>
              <a:t>e-NAM: 1000+ mandis connected digitally</a:t>
            </a:r>
          </a:p>
          <a:p>
            <a:pPr>
              <a:spcAft>
                <a:spcPts val="1200"/>
              </a:spcAft>
              <a:defRPr sz="2200"/>
            </a:pPr>
            <a:r>
              <a:t>Data: Agmarket.nic.in (prices), IMD (weather), ICAR (advisories)</a:t>
            </a:r>
          </a:p>
          <a:p>
            <a:pPr>
              <a:spcAft>
                <a:spcPts val="1200"/>
              </a:spcAft>
              <a:defRPr sz="2200"/>
            </a:pPr>
            <a:r>
              <a:t>NABARD: FPO registry, rural development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Winners vs Graveyard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WINNERS: DeHaat ($700M) - 10K+ agents, PROFITABLE, full-stack</a:t>
            </a:r>
          </a:p>
          <a:p>
            <a:pPr>
              <a:spcAft>
                <a:spcPts val="1200"/>
              </a:spcAft>
              <a:defRPr sz="2200"/>
            </a:pPr>
            <a:r>
              <a:t>WINNERS: Ninjacart ($815M) - supply chain, farm-gate grading</a:t>
            </a:r>
          </a:p>
          <a:p>
            <a:pPr>
              <a:spcAft>
                <a:spcPts val="1200"/>
              </a:spcAft>
              <a:defRPr sz="2200"/>
            </a:pPr>
            <a:r>
              <a:t>WINNERS: Cropin ($200M+) - enterprise SaaS, avoids farmer CAC</a:t>
            </a:r>
          </a:p>
          <a:p>
            <a:pPr>
              <a:spcAft>
                <a:spcPts val="1200"/>
              </a:spcAft>
              <a:defRPr sz="2200"/>
            </a:pPr>
            <a:r>
              <a:t>FAILED: BharatAgri (Nov 2025) - could not monetize advisory alone</a:t>
            </a:r>
          </a:p>
          <a:p>
            <a:pPr>
              <a:spcAft>
                <a:spcPts val="1200"/>
              </a:spcAft>
              <a:defRPr sz="2200"/>
            </a:pPr>
            <a:r>
              <a:t>FAILED: Otipy (2024) - could not compete on speed AND margins</a:t>
            </a:r>
          </a:p>
          <a:p>
            <a:pPr>
              <a:spcAft>
                <a:spcPts val="1200"/>
              </a:spcAft>
              <a:defRPr sz="2200"/>
            </a:pPr>
            <a:r>
              <a:t>Pattern: Advisory-only fails. Need transactions + embedded finance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Top Picks for Solo 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YES: FPO Management SaaS - clear pain, no competitor, start 5 FPOs</a:t>
            </a:r>
          </a:p>
          <a:p>
            <a:pPr>
              <a:spcAft>
                <a:spcPts val="1200"/>
              </a:spcAft>
              <a:defRPr sz="2200"/>
            </a:pPr>
            <a:r>
              <a:t>YES: WhatsApp Crop Advisory - monetize via input company sponsorship</a:t>
            </a:r>
          </a:p>
          <a:p>
            <a:pPr>
              <a:spcAft>
                <a:spcPts val="1200"/>
              </a:spcAft>
              <a:defRPr sz="2200"/>
            </a:pPr>
            <a:r>
              <a:t>YES: Cold Storage Aggregator - high WTP, start as broker</a:t>
            </a:r>
          </a:p>
          <a:p>
            <a:pPr>
              <a:spcAft>
                <a:spcPts val="1200"/>
              </a:spcAft>
              <a:defRPr sz="2200"/>
            </a:pPr>
            <a:r>
              <a:t>AVOID: Hardware (IoT) - capex heavy</a:t>
            </a:r>
          </a:p>
          <a:p>
            <a:pPr>
              <a:spcAft>
                <a:spcPts val="1200"/>
              </a:spcAft>
              <a:defRPr sz="2200"/>
            </a:pPr>
            <a:r>
              <a:t>AVOID: Pure marketplace - need both supply &amp; demand</a:t>
            </a:r>
          </a:p>
          <a:p>
            <a:pPr>
              <a:spcAft>
                <a:spcPts val="1200"/>
              </a:spcAft>
              <a:defRPr sz="2200"/>
            </a:pPr>
            <a:r>
              <a:t>AVOID: Direct-to-farmer apps - CAC nightmare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